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iwpwNAOpMcwHugOIndb94eG1d7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D9E52-6490-F540-8CAD-FB1D0DEEEE04}" v="8" dt="2025-10-14T15:58:26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776"/>
  </p:normalViewPr>
  <p:slideViewPr>
    <p:cSldViewPr snapToGrid="0">
      <p:cViewPr varScale="1">
        <p:scale>
          <a:sx n="68" d="100"/>
          <a:sy n="68" d="100"/>
        </p:scale>
        <p:origin x="240" y="4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quim Macedo de Sousa" userId="ecc34784-0551-4abc-965a-d05f222175fd" providerId="ADAL" clId="{9DD432F9-E38C-9A48-9774-ACA21AF77068}"/>
    <pc:docChg chg="modSld">
      <pc:chgData name="Joaquim Macedo de Sousa" userId="ecc34784-0551-4abc-965a-d05f222175fd" providerId="ADAL" clId="{9DD432F9-E38C-9A48-9774-ACA21AF77068}" dt="2024-10-25T17:28:50.519" v="0" actId="1076"/>
      <pc:docMkLst>
        <pc:docMk/>
      </pc:docMkLst>
      <pc:sldChg chg="modSp mod">
        <pc:chgData name="Joaquim Macedo de Sousa" userId="ecc34784-0551-4abc-965a-d05f222175fd" providerId="ADAL" clId="{9DD432F9-E38C-9A48-9774-ACA21AF77068}" dt="2024-10-25T17:28:50.519" v="0" actId="1076"/>
        <pc:sldMkLst>
          <pc:docMk/>
          <pc:sldMk cId="0" sldId="256"/>
        </pc:sldMkLst>
      </pc:sldChg>
    </pc:docChg>
  </pc:docChgLst>
  <pc:docChgLst>
    <pc:chgData name="Joaquim Macedo de Sousa" userId="ecc34784-0551-4abc-965a-d05f222175fd" providerId="ADAL" clId="{9DBEA704-3EF5-553B-B631-1059BD99688B}"/>
    <pc:docChg chg="undo redo custSel modSld">
      <pc:chgData name="Joaquim Macedo de Sousa" userId="ecc34784-0551-4abc-965a-d05f222175fd" providerId="ADAL" clId="{9DBEA704-3EF5-553B-B631-1059BD99688B}" dt="2025-10-14T15:59:30.167" v="74" actId="478"/>
      <pc:docMkLst>
        <pc:docMk/>
      </pc:docMkLst>
      <pc:sldChg chg="addSp delSp modSp mod">
        <pc:chgData name="Joaquim Macedo de Sousa" userId="ecc34784-0551-4abc-965a-d05f222175fd" providerId="ADAL" clId="{9DBEA704-3EF5-553B-B631-1059BD99688B}" dt="2025-10-14T15:57:48.968" v="64" actId="166"/>
        <pc:sldMkLst>
          <pc:docMk/>
          <pc:sldMk cId="0" sldId="256"/>
        </pc:sldMkLst>
        <pc:spChg chg="add mod">
          <ac:chgData name="Joaquim Macedo de Sousa" userId="ecc34784-0551-4abc-965a-d05f222175fd" providerId="ADAL" clId="{9DBEA704-3EF5-553B-B631-1059BD99688B}" dt="2025-10-14T15:53:03.288" v="4" actId="1076"/>
          <ac:spMkLst>
            <pc:docMk/>
            <pc:sldMk cId="0" sldId="256"/>
            <ac:spMk id="30" creationId="{7229B742-4091-4CD7-60DF-70794FAD5625}"/>
          </ac:spMkLst>
        </pc:spChg>
        <pc:spChg chg="add mod">
          <ac:chgData name="Joaquim Macedo de Sousa" userId="ecc34784-0551-4abc-965a-d05f222175fd" providerId="ADAL" clId="{9DBEA704-3EF5-553B-B631-1059BD99688B}" dt="2025-10-14T15:57:00.873" v="42" actId="207"/>
          <ac:spMkLst>
            <pc:docMk/>
            <pc:sldMk cId="0" sldId="256"/>
            <ac:spMk id="31" creationId="{41D448B5-592B-E97A-C3D7-7A8B94DE760B}"/>
          </ac:spMkLst>
        </pc:spChg>
        <pc:spChg chg="add mod">
          <ac:chgData name="Joaquim Macedo de Sousa" userId="ecc34784-0551-4abc-965a-d05f222175fd" providerId="ADAL" clId="{9DBEA704-3EF5-553B-B631-1059BD99688B}" dt="2025-10-14T15:55:08.641" v="30" actId="404"/>
          <ac:spMkLst>
            <pc:docMk/>
            <pc:sldMk cId="0" sldId="256"/>
            <ac:spMk id="32" creationId="{F1C0C964-E810-947C-2AD7-1CCD0ECBE202}"/>
          </ac:spMkLst>
        </pc:spChg>
        <pc:spChg chg="add mod">
          <ac:chgData name="Joaquim Macedo de Sousa" userId="ecc34784-0551-4abc-965a-d05f222175fd" providerId="ADAL" clId="{9DBEA704-3EF5-553B-B631-1059BD99688B}" dt="2025-10-14T15:53:56.164" v="17" actId="1076"/>
          <ac:spMkLst>
            <pc:docMk/>
            <pc:sldMk cId="0" sldId="256"/>
            <ac:spMk id="34" creationId="{95E5FAE4-1354-7532-4BA3-54FD126A1E4E}"/>
          </ac:spMkLst>
        </pc:spChg>
        <pc:spChg chg="add mod">
          <ac:chgData name="Joaquim Macedo de Sousa" userId="ecc34784-0551-4abc-965a-d05f222175fd" providerId="ADAL" clId="{9DBEA704-3EF5-553B-B631-1059BD99688B}" dt="2025-10-14T15:53:56.164" v="17" actId="1076"/>
          <ac:spMkLst>
            <pc:docMk/>
            <pc:sldMk cId="0" sldId="256"/>
            <ac:spMk id="35" creationId="{857431BE-1F0E-C9B0-7520-DF609244ACDB}"/>
          </ac:spMkLst>
        </pc:spChg>
        <pc:spChg chg="add mod">
          <ac:chgData name="Joaquim Macedo de Sousa" userId="ecc34784-0551-4abc-965a-d05f222175fd" providerId="ADAL" clId="{9DBEA704-3EF5-553B-B631-1059BD99688B}" dt="2025-10-14T15:55:44.168" v="34" actId="403"/>
          <ac:spMkLst>
            <pc:docMk/>
            <pc:sldMk cId="0" sldId="256"/>
            <ac:spMk id="36" creationId="{A0087C69-924F-F2F4-2C5C-86508EA00E7F}"/>
          </ac:spMkLst>
        </pc:spChg>
        <pc:spChg chg="add mod">
          <ac:chgData name="Joaquim Macedo de Sousa" userId="ecc34784-0551-4abc-965a-d05f222175fd" providerId="ADAL" clId="{9DBEA704-3EF5-553B-B631-1059BD99688B}" dt="2025-10-14T15:56:47.838" v="41" actId="167"/>
          <ac:spMkLst>
            <pc:docMk/>
            <pc:sldMk cId="0" sldId="256"/>
            <ac:spMk id="38" creationId="{DB0A698A-B68E-4328-134E-4234784EFF73}"/>
          </ac:spMkLst>
        </pc:spChg>
        <pc:spChg chg="add mod">
          <ac:chgData name="Joaquim Macedo de Sousa" userId="ecc34784-0551-4abc-965a-d05f222175fd" providerId="ADAL" clId="{9DBEA704-3EF5-553B-B631-1059BD99688B}" dt="2025-10-14T15:57:28.393" v="47" actId="14100"/>
          <ac:spMkLst>
            <pc:docMk/>
            <pc:sldMk cId="0" sldId="256"/>
            <ac:spMk id="39" creationId="{800EEC0B-2FED-557C-5C8C-0A3532075E56}"/>
          </ac:spMkLst>
        </pc:spChg>
        <pc:grpChg chg="add del mod">
          <ac:chgData name="Joaquim Macedo de Sousa" userId="ecc34784-0551-4abc-965a-d05f222175fd" providerId="ADAL" clId="{9DBEA704-3EF5-553B-B631-1059BD99688B}" dt="2025-10-14T15:57:48.968" v="64" actId="166"/>
          <ac:grpSpMkLst>
            <pc:docMk/>
            <pc:sldMk cId="0" sldId="256"/>
            <ac:grpSpMk id="3" creationId="{31B5E98C-EA5E-D15F-E633-7A5001708BF0}"/>
          </ac:grpSpMkLst>
        </pc:grpChg>
        <pc:grpChg chg="mod">
          <ac:chgData name="Joaquim Macedo de Sousa" userId="ecc34784-0551-4abc-965a-d05f222175fd" providerId="ADAL" clId="{9DBEA704-3EF5-553B-B631-1059BD99688B}" dt="2025-10-14T15:57:48.968" v="64" actId="166"/>
          <ac:grpSpMkLst>
            <pc:docMk/>
            <pc:sldMk cId="0" sldId="256"/>
            <ac:grpSpMk id="6" creationId="{36ED0B88-2AC0-2F6A-A95E-567FF1995B4C}"/>
          </ac:grpSpMkLst>
        </pc:grpChg>
        <pc:grpChg chg="add del mod">
          <ac:chgData name="Joaquim Macedo de Sousa" userId="ecc34784-0551-4abc-965a-d05f222175fd" providerId="ADAL" clId="{9DBEA704-3EF5-553B-B631-1059BD99688B}" dt="2025-10-14T15:57:48.968" v="64" actId="166"/>
          <ac:grpSpMkLst>
            <pc:docMk/>
            <pc:sldMk cId="0" sldId="256"/>
            <ac:grpSpMk id="9" creationId="{D9773DE3-008F-94F0-1862-8754A193B22A}"/>
          </ac:grpSpMkLst>
        </pc:grpChg>
        <pc:grpChg chg="add del mod">
          <ac:chgData name="Joaquim Macedo de Sousa" userId="ecc34784-0551-4abc-965a-d05f222175fd" providerId="ADAL" clId="{9DBEA704-3EF5-553B-B631-1059BD99688B}" dt="2025-10-14T15:57:48.968" v="64" actId="166"/>
          <ac:grpSpMkLst>
            <pc:docMk/>
            <pc:sldMk cId="0" sldId="256"/>
            <ac:grpSpMk id="12" creationId="{B585F0E9-5339-8943-679A-6CFAF5FFB66A}"/>
          </ac:grpSpMkLst>
        </pc:grpChg>
        <pc:grpChg chg="add del mod">
          <ac:chgData name="Joaquim Macedo de Sousa" userId="ecc34784-0551-4abc-965a-d05f222175fd" providerId="ADAL" clId="{9DBEA704-3EF5-553B-B631-1059BD99688B}" dt="2025-10-14T15:57:48.968" v="64" actId="166"/>
          <ac:grpSpMkLst>
            <pc:docMk/>
            <pc:sldMk cId="0" sldId="256"/>
            <ac:grpSpMk id="15" creationId="{69B15D3D-2E9A-2ADB-DD91-2E606C63C8E3}"/>
          </ac:grpSpMkLst>
        </pc:grpChg>
        <pc:grpChg chg="add del mod">
          <ac:chgData name="Joaquim Macedo de Sousa" userId="ecc34784-0551-4abc-965a-d05f222175fd" providerId="ADAL" clId="{9DBEA704-3EF5-553B-B631-1059BD99688B}" dt="2025-10-14T15:57:48.968" v="64" actId="166"/>
          <ac:grpSpMkLst>
            <pc:docMk/>
            <pc:sldMk cId="0" sldId="256"/>
            <ac:grpSpMk id="18" creationId="{8B758E27-F964-45D6-35DB-87AACE7AF612}"/>
          </ac:grpSpMkLst>
        </pc:grpChg>
        <pc:grpChg chg="add del mod">
          <ac:chgData name="Joaquim Macedo de Sousa" userId="ecc34784-0551-4abc-965a-d05f222175fd" providerId="ADAL" clId="{9DBEA704-3EF5-553B-B631-1059BD99688B}" dt="2025-10-14T15:57:48.968" v="64" actId="166"/>
          <ac:grpSpMkLst>
            <pc:docMk/>
            <pc:sldMk cId="0" sldId="256"/>
            <ac:grpSpMk id="21" creationId="{A2006DE3-D803-DE33-9D29-08DFE54B8B71}"/>
          </ac:grpSpMkLst>
        </pc:grpChg>
        <pc:grpChg chg="add del mod">
          <ac:chgData name="Joaquim Macedo de Sousa" userId="ecc34784-0551-4abc-965a-d05f222175fd" providerId="ADAL" clId="{9DBEA704-3EF5-553B-B631-1059BD99688B}" dt="2025-10-14T15:57:48.968" v="64" actId="166"/>
          <ac:grpSpMkLst>
            <pc:docMk/>
            <pc:sldMk cId="0" sldId="256"/>
            <ac:grpSpMk id="24" creationId="{78479AA2-D277-6024-E12C-3397D0FB4125}"/>
          </ac:grpSpMkLst>
        </pc:grpChg>
        <pc:grpChg chg="add del mod">
          <ac:chgData name="Joaquim Macedo de Sousa" userId="ecc34784-0551-4abc-965a-d05f222175fd" providerId="ADAL" clId="{9DBEA704-3EF5-553B-B631-1059BD99688B}" dt="2025-10-14T15:57:48.968" v="64" actId="166"/>
          <ac:grpSpMkLst>
            <pc:docMk/>
            <pc:sldMk cId="0" sldId="256"/>
            <ac:grpSpMk id="27" creationId="{98BF75E9-868B-A6A4-3C3A-1B7031ADCB6C}"/>
          </ac:grpSpMkLst>
        </pc:grpChg>
        <pc:grpChg chg="add del">
          <ac:chgData name="Joaquim Macedo de Sousa" userId="ecc34784-0551-4abc-965a-d05f222175fd" providerId="ADAL" clId="{9DBEA704-3EF5-553B-B631-1059BD99688B}" dt="2025-10-14T15:49:00.603" v="1" actId="478"/>
          <ac:grpSpMkLst>
            <pc:docMk/>
            <pc:sldMk cId="0" sldId="256"/>
            <ac:grpSpMk id="108" creationId="{00000000-0000-0000-0000-000000000000}"/>
          </ac:grpSpMkLst>
        </pc:grpChg>
        <pc:picChg chg="add del">
          <ac:chgData name="Joaquim Macedo de Sousa" userId="ecc34784-0551-4abc-965a-d05f222175fd" providerId="ADAL" clId="{9DBEA704-3EF5-553B-B631-1059BD99688B}" dt="2025-10-14T15:52:41.497" v="2" actId="478"/>
          <ac:picMkLst>
            <pc:docMk/>
            <pc:sldMk cId="0" sldId="256"/>
            <ac:picMk id="2" creationId="{38D2B026-A792-7101-DCE7-BE467CF36274}"/>
          </ac:picMkLst>
        </pc:picChg>
        <pc:picChg chg="add mod">
          <ac:chgData name="Joaquim Macedo de Sousa" userId="ecc34784-0551-4abc-965a-d05f222175fd" providerId="ADAL" clId="{9DBEA704-3EF5-553B-B631-1059BD99688B}" dt="2025-10-14T15:53:27.846" v="15" actId="1076"/>
          <ac:picMkLst>
            <pc:docMk/>
            <pc:sldMk cId="0" sldId="256"/>
            <ac:picMk id="33" creationId="{1D214B31-EA9B-5CF9-7777-B209179F0918}"/>
          </ac:picMkLst>
        </pc:picChg>
        <pc:picChg chg="add mod">
          <ac:chgData name="Joaquim Macedo de Sousa" userId="ecc34784-0551-4abc-965a-d05f222175fd" providerId="ADAL" clId="{9DBEA704-3EF5-553B-B631-1059BD99688B}" dt="2025-10-14T15:55:54.575" v="35" actId="1076"/>
          <ac:picMkLst>
            <pc:docMk/>
            <pc:sldMk cId="0" sldId="256"/>
            <ac:picMk id="37" creationId="{BF3AFAA6-63C0-D86C-861A-A5596CFA0830}"/>
          </ac:picMkLst>
        </pc:picChg>
      </pc:sldChg>
      <pc:sldChg chg="addSp delSp modSp mod delAnim modAnim">
        <pc:chgData name="Joaquim Macedo de Sousa" userId="ecc34784-0551-4abc-965a-d05f222175fd" providerId="ADAL" clId="{9DBEA704-3EF5-553B-B631-1059BD99688B}" dt="2025-10-14T15:59:30.167" v="74" actId="478"/>
        <pc:sldMkLst>
          <pc:docMk/>
          <pc:sldMk cId="0" sldId="257"/>
        </pc:sldMkLst>
        <pc:spChg chg="add mod">
          <ac:chgData name="Joaquim Macedo de Sousa" userId="ecc34784-0551-4abc-965a-d05f222175fd" providerId="ADAL" clId="{9DBEA704-3EF5-553B-B631-1059BD99688B}" dt="2025-10-14T15:58:54.198" v="70" actId="20577"/>
          <ac:spMkLst>
            <pc:docMk/>
            <pc:sldMk cId="0" sldId="257"/>
            <ac:spMk id="2" creationId="{B74D59DB-18E9-5D87-66A5-8E32479EEC93}"/>
          </ac:spMkLst>
        </pc:spChg>
        <pc:spChg chg="add mod">
          <ac:chgData name="Joaquim Macedo de Sousa" userId="ecc34784-0551-4abc-965a-d05f222175fd" providerId="ADAL" clId="{9DBEA704-3EF5-553B-B631-1059BD99688B}" dt="2025-10-14T15:58:26.013" v="66"/>
          <ac:spMkLst>
            <pc:docMk/>
            <pc:sldMk cId="0" sldId="257"/>
            <ac:spMk id="8" creationId="{27C53C7A-72A0-E3E6-118A-55765DEBB862}"/>
          </ac:spMkLst>
        </pc:spChg>
        <pc:spChg chg="add mod">
          <ac:chgData name="Joaquim Macedo de Sousa" userId="ecc34784-0551-4abc-965a-d05f222175fd" providerId="ADAL" clId="{9DBEA704-3EF5-553B-B631-1059BD99688B}" dt="2025-10-14T15:58:26.013" v="66"/>
          <ac:spMkLst>
            <pc:docMk/>
            <pc:sldMk cId="0" sldId="257"/>
            <ac:spMk id="9" creationId="{D90AC6EF-48AF-E563-4DC7-7590D529371E}"/>
          </ac:spMkLst>
        </pc:spChg>
        <pc:spChg chg="add mod">
          <ac:chgData name="Joaquim Macedo de Sousa" userId="ecc34784-0551-4abc-965a-d05f222175fd" providerId="ADAL" clId="{9DBEA704-3EF5-553B-B631-1059BD99688B}" dt="2025-10-14T15:58:26.013" v="66"/>
          <ac:spMkLst>
            <pc:docMk/>
            <pc:sldMk cId="0" sldId="257"/>
            <ac:spMk id="10" creationId="{15D7ABCF-B386-E6FD-1045-866382AFA4E6}"/>
          </ac:spMkLst>
        </pc:spChg>
        <pc:spChg chg="add mod">
          <ac:chgData name="Joaquim Macedo de Sousa" userId="ecc34784-0551-4abc-965a-d05f222175fd" providerId="ADAL" clId="{9DBEA704-3EF5-553B-B631-1059BD99688B}" dt="2025-10-14T15:58:26.013" v="66"/>
          <ac:spMkLst>
            <pc:docMk/>
            <pc:sldMk cId="0" sldId="257"/>
            <ac:spMk id="12" creationId="{C2925EEF-46A6-B22C-8F18-FDDD4DD4234A}"/>
          </ac:spMkLst>
        </pc:spChg>
        <pc:spChg chg="mod">
          <ac:chgData name="Joaquim Macedo de Sousa" userId="ecc34784-0551-4abc-965a-d05f222175fd" providerId="ADAL" clId="{9DBEA704-3EF5-553B-B631-1059BD99688B}" dt="2025-10-14T15:58:26.013" v="66"/>
          <ac:spMkLst>
            <pc:docMk/>
            <pc:sldMk cId="0" sldId="257"/>
            <ac:spMk id="15" creationId="{790EB3DD-C4C1-CDB0-AEFF-811FC01642E4}"/>
          </ac:spMkLst>
        </pc:spChg>
        <pc:spChg chg="mod">
          <ac:chgData name="Joaquim Macedo de Sousa" userId="ecc34784-0551-4abc-965a-d05f222175fd" providerId="ADAL" clId="{9DBEA704-3EF5-553B-B631-1059BD99688B}" dt="2025-10-14T15:58:26.013" v="66"/>
          <ac:spMkLst>
            <pc:docMk/>
            <pc:sldMk cId="0" sldId="257"/>
            <ac:spMk id="18" creationId="{3ADEBF33-CC39-996E-FCF4-4440160D33EB}"/>
          </ac:spMkLst>
        </pc:spChg>
        <pc:spChg chg="mod">
          <ac:chgData name="Joaquim Macedo de Sousa" userId="ecc34784-0551-4abc-965a-d05f222175fd" providerId="ADAL" clId="{9DBEA704-3EF5-553B-B631-1059BD99688B}" dt="2025-10-14T15:58:26.013" v="66"/>
          <ac:spMkLst>
            <pc:docMk/>
            <pc:sldMk cId="0" sldId="257"/>
            <ac:spMk id="21" creationId="{7DBAFD84-E604-A626-B2FC-65C8F50A84CA}"/>
          </ac:spMkLst>
        </pc:spChg>
        <pc:spChg chg="add mod">
          <ac:chgData name="Joaquim Macedo de Sousa" userId="ecc34784-0551-4abc-965a-d05f222175fd" providerId="ADAL" clId="{9DBEA704-3EF5-553B-B631-1059BD99688B}" dt="2025-10-14T15:58:26.013" v="66"/>
          <ac:spMkLst>
            <pc:docMk/>
            <pc:sldMk cId="0" sldId="257"/>
            <ac:spMk id="22" creationId="{675D2990-ACA3-9CB4-961A-F9A25C359A91}"/>
          </ac:spMkLst>
        </pc:spChg>
        <pc:spChg chg="add mod">
          <ac:chgData name="Joaquim Macedo de Sousa" userId="ecc34784-0551-4abc-965a-d05f222175fd" providerId="ADAL" clId="{9DBEA704-3EF5-553B-B631-1059BD99688B}" dt="2025-10-14T15:58:26.013" v="66"/>
          <ac:spMkLst>
            <pc:docMk/>
            <pc:sldMk cId="0" sldId="257"/>
            <ac:spMk id="23" creationId="{99CE28B1-4B8B-E55D-97DD-B6C904E74246}"/>
          </ac:spMkLst>
        </pc:spChg>
        <pc:grpChg chg="del">
          <ac:chgData name="Joaquim Macedo de Sousa" userId="ecc34784-0551-4abc-965a-d05f222175fd" providerId="ADAL" clId="{9DBEA704-3EF5-553B-B631-1059BD99688B}" dt="2025-10-14T15:59:28.858" v="73" actId="478"/>
          <ac:grpSpMkLst>
            <pc:docMk/>
            <pc:sldMk cId="0" sldId="257"/>
            <ac:grpSpMk id="13" creationId="{80AC93E5-4E28-A449-23E9-76C05B5C7AA5}"/>
          </ac:grpSpMkLst>
        </pc:grpChg>
        <pc:grpChg chg="del">
          <ac:chgData name="Joaquim Macedo de Sousa" userId="ecc34784-0551-4abc-965a-d05f222175fd" providerId="ADAL" clId="{9DBEA704-3EF5-553B-B631-1059BD99688B}" dt="2025-10-14T15:59:26.173" v="72" actId="478"/>
          <ac:grpSpMkLst>
            <pc:docMk/>
            <pc:sldMk cId="0" sldId="257"/>
            <ac:grpSpMk id="16" creationId="{93C75428-FD74-FE75-6DA9-FE765AF5FEC1}"/>
          </ac:grpSpMkLst>
        </pc:grpChg>
        <pc:grpChg chg="del">
          <ac:chgData name="Joaquim Macedo de Sousa" userId="ecc34784-0551-4abc-965a-d05f222175fd" providerId="ADAL" clId="{9DBEA704-3EF5-553B-B631-1059BD99688B}" dt="2025-10-14T15:59:30.167" v="74" actId="478"/>
          <ac:grpSpMkLst>
            <pc:docMk/>
            <pc:sldMk cId="0" sldId="257"/>
            <ac:grpSpMk id="19" creationId="{F51B13AE-C213-62E8-0E57-465BC346A795}"/>
          </ac:grpSpMkLst>
        </pc:grpChg>
        <pc:picChg chg="del">
          <ac:chgData name="Joaquim Macedo de Sousa" userId="ecc34784-0551-4abc-965a-d05f222175fd" providerId="ADAL" clId="{9DBEA704-3EF5-553B-B631-1059BD99688B}" dt="2025-10-14T15:58:00.781" v="65" actId="478"/>
          <ac:picMkLst>
            <pc:docMk/>
            <pc:sldMk cId="0" sldId="257"/>
            <ac:picMk id="11" creationId="{DCD6FA44-1163-E3E3-3A21-460C6C2FF12F}"/>
          </ac:picMkLst>
        </pc:picChg>
        <pc:picChg chg="mod">
          <ac:chgData name="Joaquim Macedo de Sousa" userId="ecc34784-0551-4abc-965a-d05f222175fd" providerId="ADAL" clId="{9DBEA704-3EF5-553B-B631-1059BD99688B}" dt="2025-10-14T15:59:07.448" v="71" actId="1076"/>
          <ac:picMkLst>
            <pc:docMk/>
            <pc:sldMk cId="0" sldId="257"/>
            <ac:picMk id="24" creationId="{9ACF00F7-CBCE-8161-B781-93CEE9A7D1D0}"/>
          </ac:picMkLst>
        </pc:picChg>
        <pc:picChg chg="del">
          <ac:chgData name="Joaquim Macedo de Sousa" userId="ecc34784-0551-4abc-965a-d05f222175fd" providerId="ADAL" clId="{9DBEA704-3EF5-553B-B631-1059BD99688B}" dt="2025-10-14T15:58:00.781" v="65" actId="478"/>
          <ac:picMkLst>
            <pc:docMk/>
            <pc:sldMk cId="0" sldId="257"/>
            <ac:picMk id="13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Objeto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o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c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Dupl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e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ângulo 37">
            <a:extLst>
              <a:ext uri="{FF2B5EF4-FFF2-40B4-BE49-F238E27FC236}">
                <a16:creationId xmlns:a16="http://schemas.microsoft.com/office/drawing/2014/main" id="{DB0A698A-B68E-4328-134E-4234784EFF73}"/>
              </a:ext>
            </a:extLst>
          </p:cNvPr>
          <p:cNvSpPr/>
          <p:nvPr/>
        </p:nvSpPr>
        <p:spPr>
          <a:xfrm>
            <a:off x="6509283" y="314988"/>
            <a:ext cx="5331422" cy="150525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14" name="Google Shape;114;p1"/>
          <p:cNvGrpSpPr/>
          <p:nvPr/>
        </p:nvGrpSpPr>
        <p:grpSpPr>
          <a:xfrm>
            <a:off x="6600322" y="314988"/>
            <a:ext cx="1124682" cy="1324848"/>
            <a:chOff x="5682184" y="3520566"/>
            <a:chExt cx="1914310" cy="2456901"/>
          </a:xfrm>
        </p:grpSpPr>
        <p:pic>
          <p:nvPicPr>
            <p:cNvPr id="115" name="Google Shape;115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82184" y="3520566"/>
              <a:ext cx="1914310" cy="2456901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ffectLst>
              <a:outerShdw blurRad="65000" dist="50800" dir="12900000" kx="195000" ky="145000" algn="tl" rotWithShape="0">
                <a:srgbClr val="000000">
                  <a:alpha val="29803"/>
                </a:srgbClr>
              </a:outerShdw>
            </a:effectLst>
          </p:spPr>
        </p:pic>
        <p:sp>
          <p:nvSpPr>
            <p:cNvPr id="116" name="Google Shape;116;p1"/>
            <p:cNvSpPr txBox="1"/>
            <p:nvPr/>
          </p:nvSpPr>
          <p:spPr>
            <a:xfrm>
              <a:off x="5796272" y="3795186"/>
              <a:ext cx="1658889" cy="513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"/>
          <p:cNvGrpSpPr/>
          <p:nvPr/>
        </p:nvGrpSpPr>
        <p:grpSpPr>
          <a:xfrm>
            <a:off x="7079628" y="449152"/>
            <a:ext cx="1124682" cy="1324848"/>
            <a:chOff x="5682184" y="3520566"/>
            <a:chExt cx="1914310" cy="2456901"/>
          </a:xfrm>
        </p:grpSpPr>
        <p:pic>
          <p:nvPicPr>
            <p:cNvPr id="112" name="Google Shape;112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82184" y="3520566"/>
              <a:ext cx="1914310" cy="2456901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ffectLst>
              <a:outerShdw blurRad="65000" dist="50800" dir="12900000" kx="195000" ky="145000" algn="tl" rotWithShape="0">
                <a:srgbClr val="000000">
                  <a:alpha val="29803"/>
                </a:srgbClr>
              </a:outerShdw>
            </a:effectLst>
          </p:spPr>
        </p:pic>
        <p:sp>
          <p:nvSpPr>
            <p:cNvPr id="113" name="Google Shape;113;p1"/>
            <p:cNvSpPr txBox="1"/>
            <p:nvPr/>
          </p:nvSpPr>
          <p:spPr>
            <a:xfrm>
              <a:off x="5796272" y="3748083"/>
              <a:ext cx="1658889" cy="513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"/>
          <p:cNvGrpSpPr/>
          <p:nvPr/>
        </p:nvGrpSpPr>
        <p:grpSpPr>
          <a:xfrm>
            <a:off x="7690714" y="583315"/>
            <a:ext cx="1124682" cy="1324848"/>
            <a:chOff x="5682184" y="3520566"/>
            <a:chExt cx="1914310" cy="2456901"/>
          </a:xfrm>
        </p:grpSpPr>
        <p:pic>
          <p:nvPicPr>
            <p:cNvPr id="109" name="Google Shape;109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82184" y="3520566"/>
              <a:ext cx="1914310" cy="2456901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ffectLst>
              <a:outerShdw blurRad="65000" dist="50800" dir="12900000" kx="195000" ky="145000" algn="tl" rotWithShape="0">
                <a:srgbClr val="000000">
                  <a:alpha val="29803"/>
                </a:srgbClr>
              </a:outerShdw>
            </a:effectLst>
          </p:spPr>
        </p:pic>
        <p:sp>
          <p:nvSpPr>
            <p:cNvPr id="110" name="Google Shape;110;p1"/>
            <p:cNvSpPr txBox="1"/>
            <p:nvPr/>
          </p:nvSpPr>
          <p:spPr>
            <a:xfrm>
              <a:off x="5796272" y="3748083"/>
              <a:ext cx="1658889" cy="513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Google Shape;84;p1">
            <a:extLst>
              <a:ext uri="{FF2B5EF4-FFF2-40B4-BE49-F238E27FC236}">
                <a16:creationId xmlns:a16="http://schemas.microsoft.com/office/drawing/2014/main" id="{7229B742-4091-4CD7-60DF-70794FAD5625}"/>
              </a:ext>
            </a:extLst>
          </p:cNvPr>
          <p:cNvSpPr txBox="1"/>
          <p:nvPr/>
        </p:nvSpPr>
        <p:spPr>
          <a:xfrm>
            <a:off x="711482" y="226625"/>
            <a:ext cx="389509" cy="46162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GB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85;p1">
            <a:extLst>
              <a:ext uri="{FF2B5EF4-FFF2-40B4-BE49-F238E27FC236}">
                <a16:creationId xmlns:a16="http://schemas.microsoft.com/office/drawing/2014/main" id="{41D448B5-592B-E97A-C3D7-7A8B94DE760B}"/>
              </a:ext>
            </a:extLst>
          </p:cNvPr>
          <p:cNvSpPr txBox="1"/>
          <p:nvPr/>
        </p:nvSpPr>
        <p:spPr>
          <a:xfrm>
            <a:off x="1100990" y="203308"/>
            <a:ext cx="1113271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PT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o desafio</a:t>
            </a:r>
            <a:endParaRPr lang="pt-PT" sz="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86;p1">
            <a:extLst>
              <a:ext uri="{FF2B5EF4-FFF2-40B4-BE49-F238E27FC236}">
                <a16:creationId xmlns:a16="http://schemas.microsoft.com/office/drawing/2014/main" id="{F1C0C964-E810-947C-2AD7-1CCD0ECBE202}"/>
              </a:ext>
            </a:extLst>
          </p:cNvPr>
          <p:cNvSpPr txBox="1"/>
          <p:nvPr/>
        </p:nvSpPr>
        <p:spPr>
          <a:xfrm>
            <a:off x="1100989" y="604569"/>
            <a:ext cx="5367553" cy="12156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PT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desafio (</a:t>
            </a:r>
            <a:r>
              <a:rPr lang="pt-PT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r>
              <a:rPr lang="pt-PT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/oportunidade) identificaste? Formula o desafio como uma declaração</a:t>
            </a:r>
            <a:r>
              <a:rPr lang="pt-PT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"Como Poderíamos?"</a:t>
            </a:r>
            <a:r>
              <a:rPr lang="pt-PT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PT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será a área de foco da sessão de brainstorming</a:t>
            </a:r>
            <a:r>
              <a:rPr lang="pt-PT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lang="pt-PT"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PT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pt-PT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minut</a:t>
            </a:r>
            <a:r>
              <a:rPr lang="pt-PT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pt-PT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lang="pt-PT"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87;p1" descr="Cronómetro com preenchimento sólido">
            <a:extLst>
              <a:ext uri="{FF2B5EF4-FFF2-40B4-BE49-F238E27FC236}">
                <a16:creationId xmlns:a16="http://schemas.microsoft.com/office/drawing/2014/main" id="{1D214B31-EA9B-5CF9-7777-B209179F09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989" y="1375606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84;p1">
            <a:extLst>
              <a:ext uri="{FF2B5EF4-FFF2-40B4-BE49-F238E27FC236}">
                <a16:creationId xmlns:a16="http://schemas.microsoft.com/office/drawing/2014/main" id="{95E5FAE4-1354-7532-4BA3-54FD126A1E4E}"/>
              </a:ext>
            </a:extLst>
          </p:cNvPr>
          <p:cNvSpPr txBox="1"/>
          <p:nvPr/>
        </p:nvSpPr>
        <p:spPr>
          <a:xfrm>
            <a:off x="681332" y="2128235"/>
            <a:ext cx="389509" cy="46162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GB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85;p1">
            <a:extLst>
              <a:ext uri="{FF2B5EF4-FFF2-40B4-BE49-F238E27FC236}">
                <a16:creationId xmlns:a16="http://schemas.microsoft.com/office/drawing/2014/main" id="{857431BE-1F0E-C9B0-7520-DF609244ACDB}"/>
              </a:ext>
            </a:extLst>
          </p:cNvPr>
          <p:cNvSpPr txBox="1"/>
          <p:nvPr/>
        </p:nvSpPr>
        <p:spPr>
          <a:xfrm>
            <a:off x="1070840" y="2104918"/>
            <a:ext cx="11132719" cy="4616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PT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Brainstorm</a:t>
            </a:r>
            <a:endParaRPr lang="pt-PT" sz="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86;p1">
            <a:extLst>
              <a:ext uri="{FF2B5EF4-FFF2-40B4-BE49-F238E27FC236}">
                <a16:creationId xmlns:a16="http://schemas.microsoft.com/office/drawing/2014/main" id="{A0087C69-924F-F2F4-2C5C-86508EA00E7F}"/>
              </a:ext>
            </a:extLst>
          </p:cNvPr>
          <p:cNvSpPr txBox="1"/>
          <p:nvPr/>
        </p:nvSpPr>
        <p:spPr>
          <a:xfrm>
            <a:off x="1070841" y="2551154"/>
            <a:ext cx="5314666" cy="11848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PT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Anota todas as </a:t>
            </a:r>
            <a:r>
              <a:rPr lang="pt-PT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ideias</a:t>
            </a:r>
            <a:r>
              <a:rPr lang="pt-PT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surgirem, ajustadas ao desafio. Agrupa ideias semelhantes. Lembra-te, as principais regras do brainstorming são: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lang="pt-PT"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PT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pt-PT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minut</a:t>
            </a:r>
            <a:r>
              <a:rPr lang="pt-PT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pt-PT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lang="pt-PT"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87;p1" descr="Cronómetro com preenchimento sólido">
            <a:extLst>
              <a:ext uri="{FF2B5EF4-FFF2-40B4-BE49-F238E27FC236}">
                <a16:creationId xmlns:a16="http://schemas.microsoft.com/office/drawing/2014/main" id="{BF3AFAA6-63C0-D86C-861A-A5596CFA08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840" y="3319229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Retângulo 38">
            <a:extLst>
              <a:ext uri="{FF2B5EF4-FFF2-40B4-BE49-F238E27FC236}">
                <a16:creationId xmlns:a16="http://schemas.microsoft.com/office/drawing/2014/main" id="{800EEC0B-2FED-557C-5C8C-0A3532075E56}"/>
              </a:ext>
            </a:extLst>
          </p:cNvPr>
          <p:cNvSpPr/>
          <p:nvPr/>
        </p:nvSpPr>
        <p:spPr>
          <a:xfrm>
            <a:off x="711481" y="3813393"/>
            <a:ext cx="11129223" cy="258153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3" name="Google Shape;114;p1">
            <a:extLst>
              <a:ext uri="{FF2B5EF4-FFF2-40B4-BE49-F238E27FC236}">
                <a16:creationId xmlns:a16="http://schemas.microsoft.com/office/drawing/2014/main" id="{31B5E98C-EA5E-D15F-E633-7A5001708BF0}"/>
              </a:ext>
            </a:extLst>
          </p:cNvPr>
          <p:cNvGrpSpPr/>
          <p:nvPr/>
        </p:nvGrpSpPr>
        <p:grpSpPr>
          <a:xfrm>
            <a:off x="2317882" y="4498368"/>
            <a:ext cx="1124682" cy="1324848"/>
            <a:chOff x="5682184" y="3520566"/>
            <a:chExt cx="1914310" cy="2456901"/>
          </a:xfrm>
        </p:grpSpPr>
        <p:pic>
          <p:nvPicPr>
            <p:cNvPr id="4" name="Google Shape;115;p1">
              <a:extLst>
                <a:ext uri="{FF2B5EF4-FFF2-40B4-BE49-F238E27FC236}">
                  <a16:creationId xmlns:a16="http://schemas.microsoft.com/office/drawing/2014/main" id="{06413014-E130-EECA-F9A5-B6520E91433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82184" y="3520566"/>
              <a:ext cx="1914310" cy="2456901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ffectLst>
              <a:outerShdw blurRad="65000" dist="50800" dir="12900000" kx="195000" ky="145000" algn="tl" rotWithShape="0">
                <a:srgbClr val="000000">
                  <a:alpha val="29803"/>
                </a:srgbClr>
              </a:outerShdw>
            </a:effectLst>
          </p:spPr>
        </p:pic>
        <p:sp>
          <p:nvSpPr>
            <p:cNvPr id="5" name="Google Shape;116;p1">
              <a:extLst>
                <a:ext uri="{FF2B5EF4-FFF2-40B4-BE49-F238E27FC236}">
                  <a16:creationId xmlns:a16="http://schemas.microsoft.com/office/drawing/2014/main" id="{EF87AAD9-E791-8F50-6DFA-55E84A615DAF}"/>
                </a:ext>
              </a:extLst>
            </p:cNvPr>
            <p:cNvSpPr txBox="1"/>
            <p:nvPr/>
          </p:nvSpPr>
          <p:spPr>
            <a:xfrm>
              <a:off x="5796272" y="3795186"/>
              <a:ext cx="1658889" cy="513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" name="Google Shape;111;p1">
            <a:extLst>
              <a:ext uri="{FF2B5EF4-FFF2-40B4-BE49-F238E27FC236}">
                <a16:creationId xmlns:a16="http://schemas.microsoft.com/office/drawing/2014/main" id="{36ED0B88-2AC0-2F6A-A95E-567FF1995B4C}"/>
              </a:ext>
            </a:extLst>
          </p:cNvPr>
          <p:cNvGrpSpPr/>
          <p:nvPr/>
        </p:nvGrpSpPr>
        <p:grpSpPr>
          <a:xfrm>
            <a:off x="2797188" y="4632532"/>
            <a:ext cx="1124682" cy="1324848"/>
            <a:chOff x="5682184" y="3520566"/>
            <a:chExt cx="1914310" cy="2456901"/>
          </a:xfrm>
        </p:grpSpPr>
        <p:pic>
          <p:nvPicPr>
            <p:cNvPr id="7" name="Google Shape;112;p1">
              <a:extLst>
                <a:ext uri="{FF2B5EF4-FFF2-40B4-BE49-F238E27FC236}">
                  <a16:creationId xmlns:a16="http://schemas.microsoft.com/office/drawing/2014/main" id="{243A8586-1FE1-F20F-DF26-A7E27169371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82184" y="3520566"/>
              <a:ext cx="1914310" cy="2456901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ffectLst>
              <a:outerShdw blurRad="65000" dist="50800" dir="12900000" kx="195000" ky="145000" algn="tl" rotWithShape="0">
                <a:srgbClr val="000000">
                  <a:alpha val="29803"/>
                </a:srgbClr>
              </a:outerShdw>
            </a:effectLst>
          </p:spPr>
        </p:pic>
        <p:sp>
          <p:nvSpPr>
            <p:cNvPr id="8" name="Google Shape;113;p1">
              <a:extLst>
                <a:ext uri="{FF2B5EF4-FFF2-40B4-BE49-F238E27FC236}">
                  <a16:creationId xmlns:a16="http://schemas.microsoft.com/office/drawing/2014/main" id="{810398DA-EAD2-1C2A-577A-61C4BA9E5768}"/>
                </a:ext>
              </a:extLst>
            </p:cNvPr>
            <p:cNvSpPr txBox="1"/>
            <p:nvPr/>
          </p:nvSpPr>
          <p:spPr>
            <a:xfrm>
              <a:off x="5796272" y="3748083"/>
              <a:ext cx="1658889" cy="513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oogle Shape;108;p1">
            <a:extLst>
              <a:ext uri="{FF2B5EF4-FFF2-40B4-BE49-F238E27FC236}">
                <a16:creationId xmlns:a16="http://schemas.microsoft.com/office/drawing/2014/main" id="{D9773DE3-008F-94F0-1862-8754A193B22A}"/>
              </a:ext>
            </a:extLst>
          </p:cNvPr>
          <p:cNvGrpSpPr/>
          <p:nvPr/>
        </p:nvGrpSpPr>
        <p:grpSpPr>
          <a:xfrm>
            <a:off x="3575855" y="4369792"/>
            <a:ext cx="1124682" cy="1324848"/>
            <a:chOff x="5682184" y="3520566"/>
            <a:chExt cx="1914310" cy="2456901"/>
          </a:xfrm>
        </p:grpSpPr>
        <p:pic>
          <p:nvPicPr>
            <p:cNvPr id="10" name="Google Shape;109;p1">
              <a:extLst>
                <a:ext uri="{FF2B5EF4-FFF2-40B4-BE49-F238E27FC236}">
                  <a16:creationId xmlns:a16="http://schemas.microsoft.com/office/drawing/2014/main" id="{4C92D586-A3A7-BCD9-DA14-AC34F599DC2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82184" y="3520566"/>
              <a:ext cx="1914310" cy="2456901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ffectLst>
              <a:outerShdw blurRad="65000" dist="50800" dir="12900000" kx="195000" ky="145000" algn="tl" rotWithShape="0">
                <a:srgbClr val="000000">
                  <a:alpha val="29803"/>
                </a:srgbClr>
              </a:outerShdw>
            </a:effectLst>
          </p:spPr>
        </p:pic>
        <p:sp>
          <p:nvSpPr>
            <p:cNvPr id="11" name="Google Shape;110;p1">
              <a:extLst>
                <a:ext uri="{FF2B5EF4-FFF2-40B4-BE49-F238E27FC236}">
                  <a16:creationId xmlns:a16="http://schemas.microsoft.com/office/drawing/2014/main" id="{5B34D0BC-774E-CFAF-3393-44249FAA4A10}"/>
                </a:ext>
              </a:extLst>
            </p:cNvPr>
            <p:cNvSpPr txBox="1"/>
            <p:nvPr/>
          </p:nvSpPr>
          <p:spPr>
            <a:xfrm>
              <a:off x="5796272" y="3748083"/>
              <a:ext cx="1658889" cy="513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" name="Google Shape;114;p1">
            <a:extLst>
              <a:ext uri="{FF2B5EF4-FFF2-40B4-BE49-F238E27FC236}">
                <a16:creationId xmlns:a16="http://schemas.microsoft.com/office/drawing/2014/main" id="{B585F0E9-5339-8943-679A-6CFAF5FFB66A}"/>
              </a:ext>
            </a:extLst>
          </p:cNvPr>
          <p:cNvGrpSpPr/>
          <p:nvPr/>
        </p:nvGrpSpPr>
        <p:grpSpPr>
          <a:xfrm>
            <a:off x="5036004" y="3984029"/>
            <a:ext cx="1124682" cy="1324848"/>
            <a:chOff x="5682184" y="3520566"/>
            <a:chExt cx="1914310" cy="2456901"/>
          </a:xfrm>
        </p:grpSpPr>
        <p:pic>
          <p:nvPicPr>
            <p:cNvPr id="13" name="Google Shape;115;p1">
              <a:extLst>
                <a:ext uri="{FF2B5EF4-FFF2-40B4-BE49-F238E27FC236}">
                  <a16:creationId xmlns:a16="http://schemas.microsoft.com/office/drawing/2014/main" id="{1C8D7AED-1CB0-95F9-69FA-958937E8610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82184" y="3520566"/>
              <a:ext cx="1914310" cy="2456901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ffectLst>
              <a:outerShdw blurRad="65000" dist="50800" dir="12900000" kx="195000" ky="145000" algn="tl" rotWithShape="0">
                <a:srgbClr val="000000">
                  <a:alpha val="29803"/>
                </a:srgbClr>
              </a:outerShdw>
            </a:effectLst>
          </p:spPr>
        </p:pic>
        <p:sp>
          <p:nvSpPr>
            <p:cNvPr id="14" name="Google Shape;116;p1">
              <a:extLst>
                <a:ext uri="{FF2B5EF4-FFF2-40B4-BE49-F238E27FC236}">
                  <a16:creationId xmlns:a16="http://schemas.microsoft.com/office/drawing/2014/main" id="{023C1322-0E54-B05A-B50C-4F10C80CFF4C}"/>
                </a:ext>
              </a:extLst>
            </p:cNvPr>
            <p:cNvSpPr txBox="1"/>
            <p:nvPr/>
          </p:nvSpPr>
          <p:spPr>
            <a:xfrm>
              <a:off x="5796272" y="3795186"/>
              <a:ext cx="1658889" cy="513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111;p1">
            <a:extLst>
              <a:ext uri="{FF2B5EF4-FFF2-40B4-BE49-F238E27FC236}">
                <a16:creationId xmlns:a16="http://schemas.microsoft.com/office/drawing/2014/main" id="{69B15D3D-2E9A-2ADB-DD91-2E606C63C8E3}"/>
              </a:ext>
            </a:extLst>
          </p:cNvPr>
          <p:cNvGrpSpPr/>
          <p:nvPr/>
        </p:nvGrpSpPr>
        <p:grpSpPr>
          <a:xfrm>
            <a:off x="5515310" y="4118193"/>
            <a:ext cx="1124682" cy="1324848"/>
            <a:chOff x="5682184" y="3520566"/>
            <a:chExt cx="1914310" cy="2456901"/>
          </a:xfrm>
        </p:grpSpPr>
        <p:pic>
          <p:nvPicPr>
            <p:cNvPr id="16" name="Google Shape;112;p1">
              <a:extLst>
                <a:ext uri="{FF2B5EF4-FFF2-40B4-BE49-F238E27FC236}">
                  <a16:creationId xmlns:a16="http://schemas.microsoft.com/office/drawing/2014/main" id="{5A7D3F71-7C9A-CC82-4BA3-C51473FF961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82184" y="3520566"/>
              <a:ext cx="1914310" cy="2456901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ffectLst>
              <a:outerShdw blurRad="65000" dist="50800" dir="12900000" kx="195000" ky="145000" algn="tl" rotWithShape="0">
                <a:srgbClr val="000000">
                  <a:alpha val="29803"/>
                </a:srgbClr>
              </a:outerShdw>
            </a:effectLst>
          </p:spPr>
        </p:pic>
        <p:sp>
          <p:nvSpPr>
            <p:cNvPr id="17" name="Google Shape;113;p1">
              <a:extLst>
                <a:ext uri="{FF2B5EF4-FFF2-40B4-BE49-F238E27FC236}">
                  <a16:creationId xmlns:a16="http://schemas.microsoft.com/office/drawing/2014/main" id="{A77BDE87-347D-581D-0F58-C429B832D9CB}"/>
                </a:ext>
              </a:extLst>
            </p:cNvPr>
            <p:cNvSpPr txBox="1"/>
            <p:nvPr/>
          </p:nvSpPr>
          <p:spPr>
            <a:xfrm>
              <a:off x="5796272" y="3748083"/>
              <a:ext cx="1658889" cy="513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08;p1">
            <a:extLst>
              <a:ext uri="{FF2B5EF4-FFF2-40B4-BE49-F238E27FC236}">
                <a16:creationId xmlns:a16="http://schemas.microsoft.com/office/drawing/2014/main" id="{8B758E27-F964-45D6-35DB-87AACE7AF612}"/>
              </a:ext>
            </a:extLst>
          </p:cNvPr>
          <p:cNvGrpSpPr/>
          <p:nvPr/>
        </p:nvGrpSpPr>
        <p:grpSpPr>
          <a:xfrm>
            <a:off x="6126396" y="4252356"/>
            <a:ext cx="1124682" cy="1324848"/>
            <a:chOff x="5682184" y="3520566"/>
            <a:chExt cx="1914310" cy="2456901"/>
          </a:xfrm>
        </p:grpSpPr>
        <p:pic>
          <p:nvPicPr>
            <p:cNvPr id="19" name="Google Shape;109;p1">
              <a:extLst>
                <a:ext uri="{FF2B5EF4-FFF2-40B4-BE49-F238E27FC236}">
                  <a16:creationId xmlns:a16="http://schemas.microsoft.com/office/drawing/2014/main" id="{71158AD2-2EB3-DEB4-04B0-91DDBC7C27B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82184" y="3520566"/>
              <a:ext cx="1914310" cy="2456901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ffectLst>
              <a:outerShdw blurRad="65000" dist="50800" dir="12900000" kx="195000" ky="145000" algn="tl" rotWithShape="0">
                <a:srgbClr val="000000">
                  <a:alpha val="29803"/>
                </a:srgbClr>
              </a:outerShdw>
            </a:effectLst>
          </p:spPr>
        </p:pic>
        <p:sp>
          <p:nvSpPr>
            <p:cNvPr id="20" name="Google Shape;110;p1">
              <a:extLst>
                <a:ext uri="{FF2B5EF4-FFF2-40B4-BE49-F238E27FC236}">
                  <a16:creationId xmlns:a16="http://schemas.microsoft.com/office/drawing/2014/main" id="{9FAD9C48-7703-CAE5-D409-C790DD70E9EC}"/>
                </a:ext>
              </a:extLst>
            </p:cNvPr>
            <p:cNvSpPr txBox="1"/>
            <p:nvPr/>
          </p:nvSpPr>
          <p:spPr>
            <a:xfrm>
              <a:off x="5796272" y="3748083"/>
              <a:ext cx="1658889" cy="513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" name="Google Shape;114;p1">
            <a:extLst>
              <a:ext uri="{FF2B5EF4-FFF2-40B4-BE49-F238E27FC236}">
                <a16:creationId xmlns:a16="http://schemas.microsoft.com/office/drawing/2014/main" id="{A2006DE3-D803-DE33-9D29-08DFE54B8B71}"/>
              </a:ext>
            </a:extLst>
          </p:cNvPr>
          <p:cNvGrpSpPr/>
          <p:nvPr/>
        </p:nvGrpSpPr>
        <p:grpSpPr>
          <a:xfrm>
            <a:off x="7779129" y="4999053"/>
            <a:ext cx="1124682" cy="1324848"/>
            <a:chOff x="5682184" y="3520566"/>
            <a:chExt cx="1914310" cy="2456901"/>
          </a:xfrm>
        </p:grpSpPr>
        <p:pic>
          <p:nvPicPr>
            <p:cNvPr id="22" name="Google Shape;115;p1">
              <a:extLst>
                <a:ext uri="{FF2B5EF4-FFF2-40B4-BE49-F238E27FC236}">
                  <a16:creationId xmlns:a16="http://schemas.microsoft.com/office/drawing/2014/main" id="{01F000DA-20A1-B72E-80F7-5F905D0B3A2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82184" y="3520566"/>
              <a:ext cx="1914310" cy="2456901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ffectLst>
              <a:outerShdw blurRad="65000" dist="50800" dir="12900000" kx="195000" ky="145000" algn="tl" rotWithShape="0">
                <a:srgbClr val="000000">
                  <a:alpha val="29803"/>
                </a:srgbClr>
              </a:outerShdw>
            </a:effectLst>
          </p:spPr>
        </p:pic>
        <p:sp>
          <p:nvSpPr>
            <p:cNvPr id="23" name="Google Shape;116;p1">
              <a:extLst>
                <a:ext uri="{FF2B5EF4-FFF2-40B4-BE49-F238E27FC236}">
                  <a16:creationId xmlns:a16="http://schemas.microsoft.com/office/drawing/2014/main" id="{DF77EE51-4817-D7ED-9BAA-800EEAE8833F}"/>
                </a:ext>
              </a:extLst>
            </p:cNvPr>
            <p:cNvSpPr txBox="1"/>
            <p:nvPr/>
          </p:nvSpPr>
          <p:spPr>
            <a:xfrm>
              <a:off x="5796272" y="3795186"/>
              <a:ext cx="1658889" cy="513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" name="Google Shape;111;p1">
            <a:extLst>
              <a:ext uri="{FF2B5EF4-FFF2-40B4-BE49-F238E27FC236}">
                <a16:creationId xmlns:a16="http://schemas.microsoft.com/office/drawing/2014/main" id="{78479AA2-D277-6024-E12C-3397D0FB4125}"/>
              </a:ext>
            </a:extLst>
          </p:cNvPr>
          <p:cNvGrpSpPr/>
          <p:nvPr/>
        </p:nvGrpSpPr>
        <p:grpSpPr>
          <a:xfrm>
            <a:off x="8258435" y="5133217"/>
            <a:ext cx="1124682" cy="1324848"/>
            <a:chOff x="5682184" y="3520566"/>
            <a:chExt cx="1914310" cy="2456901"/>
          </a:xfrm>
        </p:grpSpPr>
        <p:pic>
          <p:nvPicPr>
            <p:cNvPr id="25" name="Google Shape;112;p1">
              <a:extLst>
                <a:ext uri="{FF2B5EF4-FFF2-40B4-BE49-F238E27FC236}">
                  <a16:creationId xmlns:a16="http://schemas.microsoft.com/office/drawing/2014/main" id="{57C28CEC-EF2B-C1AC-0E9D-81C29EFD568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82184" y="3520566"/>
              <a:ext cx="1914310" cy="2456901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ffectLst>
              <a:outerShdw blurRad="65000" dist="50800" dir="12900000" kx="195000" ky="145000" algn="tl" rotWithShape="0">
                <a:srgbClr val="000000">
                  <a:alpha val="29803"/>
                </a:srgbClr>
              </a:outerShdw>
            </a:effectLst>
          </p:spPr>
        </p:pic>
        <p:sp>
          <p:nvSpPr>
            <p:cNvPr id="26" name="Google Shape;113;p1">
              <a:extLst>
                <a:ext uri="{FF2B5EF4-FFF2-40B4-BE49-F238E27FC236}">
                  <a16:creationId xmlns:a16="http://schemas.microsoft.com/office/drawing/2014/main" id="{27F5706D-1CDE-0CF5-2B11-421DF6CB8196}"/>
                </a:ext>
              </a:extLst>
            </p:cNvPr>
            <p:cNvSpPr txBox="1"/>
            <p:nvPr/>
          </p:nvSpPr>
          <p:spPr>
            <a:xfrm>
              <a:off x="5796272" y="3748083"/>
              <a:ext cx="1658889" cy="513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" name="Google Shape;108;p1">
            <a:extLst>
              <a:ext uri="{FF2B5EF4-FFF2-40B4-BE49-F238E27FC236}">
                <a16:creationId xmlns:a16="http://schemas.microsoft.com/office/drawing/2014/main" id="{98BF75E9-868B-A6A4-3C3A-1B7031ADCB6C}"/>
              </a:ext>
            </a:extLst>
          </p:cNvPr>
          <p:cNvGrpSpPr/>
          <p:nvPr/>
        </p:nvGrpSpPr>
        <p:grpSpPr>
          <a:xfrm>
            <a:off x="8869521" y="5267380"/>
            <a:ext cx="1124682" cy="1324848"/>
            <a:chOff x="5682184" y="3520566"/>
            <a:chExt cx="1914310" cy="2456901"/>
          </a:xfrm>
        </p:grpSpPr>
        <p:pic>
          <p:nvPicPr>
            <p:cNvPr id="28" name="Google Shape;109;p1">
              <a:extLst>
                <a:ext uri="{FF2B5EF4-FFF2-40B4-BE49-F238E27FC236}">
                  <a16:creationId xmlns:a16="http://schemas.microsoft.com/office/drawing/2014/main" id="{360A7624-50B7-89A9-8245-41E5251D760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82184" y="3520566"/>
              <a:ext cx="1914310" cy="2456901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ffectLst>
              <a:outerShdw blurRad="65000" dist="50800" dir="12900000" kx="195000" ky="145000" algn="tl" rotWithShape="0">
                <a:srgbClr val="000000">
                  <a:alpha val="29803"/>
                </a:srgbClr>
              </a:outerShdw>
            </a:effectLst>
          </p:spPr>
        </p:pic>
        <p:sp>
          <p:nvSpPr>
            <p:cNvPr id="29" name="Google Shape;110;p1">
              <a:extLst>
                <a:ext uri="{FF2B5EF4-FFF2-40B4-BE49-F238E27FC236}">
                  <a16:creationId xmlns:a16="http://schemas.microsoft.com/office/drawing/2014/main" id="{AF80AC1B-7420-5CFC-3738-E44722C9ADD5}"/>
                </a:ext>
              </a:extLst>
            </p:cNvPr>
            <p:cNvSpPr txBox="1"/>
            <p:nvPr/>
          </p:nvSpPr>
          <p:spPr>
            <a:xfrm>
              <a:off x="5796272" y="3748083"/>
              <a:ext cx="1658889" cy="513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;p1">
            <a:extLst>
              <a:ext uri="{FF2B5EF4-FFF2-40B4-BE49-F238E27FC236}">
                <a16:creationId xmlns:a16="http://schemas.microsoft.com/office/drawing/2014/main" id="{B74D59DB-18E9-5D87-66A5-8E32479EEC93}"/>
              </a:ext>
            </a:extLst>
          </p:cNvPr>
          <p:cNvSpPr txBox="1"/>
          <p:nvPr/>
        </p:nvSpPr>
        <p:spPr>
          <a:xfrm>
            <a:off x="724393" y="1087945"/>
            <a:ext cx="10553203" cy="8001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PT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é importante para avançar? Posiciona as </a:t>
            </a:r>
            <a:r>
              <a:rPr lang="pt-PT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ideias</a:t>
            </a:r>
            <a:r>
              <a:rPr lang="pt-PT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nesta grelha para determinar as </a:t>
            </a:r>
            <a:r>
              <a:rPr lang="pt-PT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 desejáveis </a:t>
            </a:r>
            <a:r>
              <a:rPr lang="pt-PT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as </a:t>
            </a:r>
            <a:r>
              <a:rPr lang="pt-PT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 exequíveis</a:t>
            </a:r>
            <a:r>
              <a:rPr lang="pt-PT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lang="pt-PT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PT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minut</a:t>
            </a:r>
            <a:r>
              <a:rPr lang="pt-PT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pt-PT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lang="pt-PT" sz="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Conexão Reta Unidirecional 2">
            <a:extLst>
              <a:ext uri="{FF2B5EF4-FFF2-40B4-BE49-F238E27FC236}">
                <a16:creationId xmlns:a16="http://schemas.microsoft.com/office/drawing/2014/main" id="{B640AD73-F47F-C587-7540-68230B01A2B2}"/>
              </a:ext>
            </a:extLst>
          </p:cNvPr>
          <p:cNvCxnSpPr/>
          <p:nvPr/>
        </p:nvCxnSpPr>
        <p:spPr>
          <a:xfrm flipV="1">
            <a:off x="3654941" y="1669362"/>
            <a:ext cx="0" cy="432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xão Reta Unidirecional 3">
            <a:extLst>
              <a:ext uri="{FF2B5EF4-FFF2-40B4-BE49-F238E27FC236}">
                <a16:creationId xmlns:a16="http://schemas.microsoft.com/office/drawing/2014/main" id="{F43D6922-5C73-69B4-4816-74B50BE718DC}"/>
              </a:ext>
            </a:extLst>
          </p:cNvPr>
          <p:cNvCxnSpPr>
            <a:cxnSpLocks/>
          </p:cNvCxnSpPr>
          <p:nvPr/>
        </p:nvCxnSpPr>
        <p:spPr>
          <a:xfrm>
            <a:off x="3648747" y="5994616"/>
            <a:ext cx="720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áfico 4" descr="Coração destaque">
            <a:extLst>
              <a:ext uri="{FF2B5EF4-FFF2-40B4-BE49-F238E27FC236}">
                <a16:creationId xmlns:a16="http://schemas.microsoft.com/office/drawing/2014/main" id="{74766813-6F40-4AF3-E767-C10A410F57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6373" y="1741602"/>
            <a:ext cx="720000" cy="720000"/>
          </a:xfrm>
          <a:prstGeom prst="rect">
            <a:avLst/>
          </a:prstGeom>
        </p:spPr>
      </p:pic>
      <p:pic>
        <p:nvPicPr>
          <p:cNvPr id="6" name="Gráfico 5" descr="Sinalizador destaque">
            <a:extLst>
              <a:ext uri="{FF2B5EF4-FFF2-40B4-BE49-F238E27FC236}">
                <a16:creationId xmlns:a16="http://schemas.microsoft.com/office/drawing/2014/main" id="{798C1413-A938-0BB2-56B5-7734C34B10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4355" y="6165586"/>
            <a:ext cx="720000" cy="720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A145853-AFFE-67AE-788C-DF519D6BE400}"/>
              </a:ext>
            </a:extLst>
          </p:cNvPr>
          <p:cNvSpPr txBox="1"/>
          <p:nvPr/>
        </p:nvSpPr>
        <p:spPr>
          <a:xfrm>
            <a:off x="2457093" y="2485352"/>
            <a:ext cx="107856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3200" b="1" dirty="0"/>
              <a:t>+</a:t>
            </a:r>
          </a:p>
          <a:p>
            <a:pPr algn="ctr"/>
            <a:endParaRPr lang="pt-PT" dirty="0"/>
          </a:p>
          <a:p>
            <a:pPr algn="ctr"/>
            <a:r>
              <a:rPr lang="pt-PT" b="1" dirty="0"/>
              <a:t>desejável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7C53C7A-72A0-E3E6-118A-55765DEBB862}"/>
              </a:ext>
            </a:extLst>
          </p:cNvPr>
          <p:cNvSpPr txBox="1"/>
          <p:nvPr/>
        </p:nvSpPr>
        <p:spPr>
          <a:xfrm>
            <a:off x="2841524" y="5453241"/>
            <a:ext cx="3097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3200" b="1" dirty="0"/>
              <a:t>-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90AC6EF-48AF-E563-4DC7-7590D529371E}"/>
              </a:ext>
            </a:extLst>
          </p:cNvPr>
          <p:cNvSpPr txBox="1"/>
          <p:nvPr/>
        </p:nvSpPr>
        <p:spPr>
          <a:xfrm>
            <a:off x="8249680" y="6304302"/>
            <a:ext cx="109356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pt-PT" b="1" dirty="0"/>
              <a:t>exequível</a:t>
            </a:r>
            <a:endParaRPr lang="pt-PT" sz="3200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5D7ABCF-B386-E6FD-1045-866382AFA4E6}"/>
              </a:ext>
            </a:extLst>
          </p:cNvPr>
          <p:cNvSpPr txBox="1"/>
          <p:nvPr/>
        </p:nvSpPr>
        <p:spPr>
          <a:xfrm>
            <a:off x="3919211" y="6196581"/>
            <a:ext cx="3097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3200" b="1" dirty="0"/>
              <a:t>-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2925EEF-46A6-B22C-8F18-FDDD4DD4234A}"/>
              </a:ext>
            </a:extLst>
          </p:cNvPr>
          <p:cNvSpPr txBox="1"/>
          <p:nvPr/>
        </p:nvSpPr>
        <p:spPr>
          <a:xfrm>
            <a:off x="9619198" y="619658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3200" b="1" dirty="0"/>
              <a:t>+</a:t>
            </a:r>
          </a:p>
        </p:txBody>
      </p:sp>
      <p:sp>
        <p:nvSpPr>
          <p:cNvPr id="22" name="Google Shape;84;p1">
            <a:extLst>
              <a:ext uri="{FF2B5EF4-FFF2-40B4-BE49-F238E27FC236}">
                <a16:creationId xmlns:a16="http://schemas.microsoft.com/office/drawing/2014/main" id="{675D2990-ACA3-9CB4-961A-F9A25C359A91}"/>
              </a:ext>
            </a:extLst>
          </p:cNvPr>
          <p:cNvSpPr txBox="1"/>
          <p:nvPr/>
        </p:nvSpPr>
        <p:spPr>
          <a:xfrm>
            <a:off x="334886" y="626238"/>
            <a:ext cx="389509" cy="46162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GB" sz="2400" b="1" dirty="0">
                <a:solidFill>
                  <a:schemeClr val="lt1"/>
                </a:solidFill>
                <a:latin typeface="Calibri"/>
                <a:ea typeface="Arial"/>
                <a:cs typeface="Calibri"/>
                <a:sym typeface="Calibri"/>
              </a:rPr>
              <a:t>3</a:t>
            </a:r>
            <a:endParaRPr sz="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85;p1">
            <a:extLst>
              <a:ext uri="{FF2B5EF4-FFF2-40B4-BE49-F238E27FC236}">
                <a16:creationId xmlns:a16="http://schemas.microsoft.com/office/drawing/2014/main" id="{99CE28B1-4B8B-E55D-97DD-B6C904E74246}"/>
              </a:ext>
            </a:extLst>
          </p:cNvPr>
          <p:cNvSpPr txBox="1"/>
          <p:nvPr/>
        </p:nvSpPr>
        <p:spPr>
          <a:xfrm>
            <a:off x="724394" y="602921"/>
            <a:ext cx="11132719" cy="4616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PT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Priorizar</a:t>
            </a:r>
            <a:endParaRPr lang="pt-PT" sz="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87;p1" descr="Cronómetro com preenchimento sólido">
            <a:extLst>
              <a:ext uri="{FF2B5EF4-FFF2-40B4-BE49-F238E27FC236}">
                <a16:creationId xmlns:a16="http://schemas.microsoft.com/office/drawing/2014/main" id="{9ACF00F7-CBCE-8161-B781-93CEE9A7D1D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4393" y="1489362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F56773E8-224C-FE27-BB34-B9F3611F6E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004" y="4171691"/>
            <a:ext cx="1665263" cy="12773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98</Words>
  <Application>Microsoft Macintosh PowerPoint</Application>
  <PresentationFormat>Ecrã Panorâmico</PresentationFormat>
  <Paragraphs>25</Paragraphs>
  <Slides>2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</vt:i4>
      </vt:variant>
    </vt:vector>
  </HeadingPairs>
  <TitlesOfParts>
    <vt:vector size="5" baseType="lpstr">
      <vt:lpstr>Arial</vt:lpstr>
      <vt:lpstr>Calibri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Joaquim Macedo de Sousa</dc:creator>
  <cp:lastModifiedBy>Joaquim Macedo de Sousa</cp:lastModifiedBy>
  <cp:revision>1</cp:revision>
  <dcterms:created xsi:type="dcterms:W3CDTF">2022-03-08T08:59:38Z</dcterms:created>
  <dcterms:modified xsi:type="dcterms:W3CDTF">2025-10-14T15:59:36Z</dcterms:modified>
</cp:coreProperties>
</file>